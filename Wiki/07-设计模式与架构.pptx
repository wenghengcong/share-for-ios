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92" r:id="rId2"/>
    <p:sldId id="293" r:id="rId3"/>
    <p:sldId id="295" r:id="rId4"/>
    <p:sldId id="300" r:id="rId5"/>
    <p:sldId id="297" r:id="rId6"/>
    <p:sldId id="298" r:id="rId7"/>
    <p:sldId id="299" r:id="rId8"/>
    <p:sldId id="301" r:id="rId9"/>
    <p:sldId id="29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35E4DC2-62B4-BF44-9EB8-E882BDCEB1CF}">
          <p14:sldIdLst>
            <p14:sldId id="292"/>
          </p14:sldIdLst>
        </p14:section>
        <p14:section name="面试题" id="{E2613D14-14A3-1F4B-B0E6-48735BD8A814}">
          <p14:sldIdLst>
            <p14:sldId id="293"/>
            <p14:sldId id="295"/>
            <p14:sldId id="300"/>
            <p14:sldId id="297"/>
            <p14:sldId id="298"/>
            <p14:sldId id="299"/>
            <p14:sldId id="301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096" userDrawn="1">
          <p15:clr>
            <a:srgbClr val="A4A3A4"/>
          </p15:clr>
        </p15:guide>
        <p15:guide id="4" orient="horz" pos="595" userDrawn="1">
          <p15:clr>
            <a:srgbClr val="A4A3A4"/>
          </p15:clr>
        </p15:guide>
        <p15:guide id="5" orient="horz" pos="822" userDrawn="1">
          <p15:clr>
            <a:srgbClr val="A4A3A4"/>
          </p15:clr>
        </p15:guide>
        <p15:guide id="6" orient="horz" pos="1480" userDrawn="1">
          <p15:clr>
            <a:srgbClr val="A4A3A4"/>
          </p15:clr>
        </p15:guide>
        <p15:guide id="7" orient="horz" pos="2863" userDrawn="1">
          <p15:clr>
            <a:srgbClr val="A4A3A4"/>
          </p15:clr>
        </p15:guide>
        <p15:guide id="8" pos="2547" userDrawn="1">
          <p15:clr>
            <a:srgbClr val="A4A3A4"/>
          </p15:clr>
        </p15:guide>
        <p15:guide id="9" pos="5110" userDrawn="1">
          <p15:clr>
            <a:srgbClr val="A4A3A4"/>
          </p15:clr>
        </p15:guide>
        <p15:guide id="10" pos="511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F7A707"/>
    <a:srgbClr val="FEC200"/>
    <a:srgbClr val="31CDA8"/>
    <a:srgbClr val="3498DB"/>
    <a:srgbClr val="192871"/>
    <a:srgbClr val="0037A4"/>
    <a:srgbClr val="002A7E"/>
    <a:srgbClr val="F1A069"/>
    <a:srgbClr val="F4B1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深色样式 1 - 强调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深色样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深色样式 1 - 强调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67" autoAdjust="0"/>
    <p:restoredTop sz="94424" autoAdjust="0"/>
  </p:normalViewPr>
  <p:slideViewPr>
    <p:cSldViewPr snapToGrid="0" showGuides="1">
      <p:cViewPr varScale="1">
        <p:scale>
          <a:sx n="95" d="100"/>
          <a:sy n="95" d="100"/>
        </p:scale>
        <p:origin x="208" y="280"/>
      </p:cViewPr>
      <p:guideLst>
        <p:guide orient="horz" pos="2160"/>
        <p:guide pos="3840"/>
        <p:guide pos="1096"/>
        <p:guide orient="horz" pos="595"/>
        <p:guide orient="horz" pos="822"/>
        <p:guide orient="horz" pos="1480"/>
        <p:guide orient="horz" pos="2863"/>
        <p:guide pos="2547"/>
        <p:guide pos="5110"/>
        <p:guide pos="511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-114"/>
    </p:cViewPr>
  </p:sorterViewPr>
  <p:notesViewPr>
    <p:cSldViewPr snapToGrid="0">
      <p:cViewPr varScale="1">
        <p:scale>
          <a:sx n="65" d="100"/>
          <a:sy n="65" d="100"/>
        </p:scale>
        <p:origin x="315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FCBEEA2-BF04-4625-9D90-F4291A119A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691C78A-5A0F-4F2E-9C48-9BEEFCC112A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7634C-074B-4260-9010-E574428551B5}" type="datetimeFigureOut">
              <a:rPr lang="zh-CN" altLang="en-US" smtClean="0"/>
              <a:t>2019/1/2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CD4B301-C1F1-4488-BE41-C37374152C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927E0BC-A1AC-4B31-B1CD-ECA55CA19D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C4FF-9C5A-4350-A3CE-CE48C6E74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91311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5591C1-7BBD-4BAD-9912-0ADD21A74F01}" type="datetimeFigureOut">
              <a:rPr lang="zh-CN" altLang="en-US" smtClean="0"/>
              <a:t>2019/1/2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733780-C451-4576-A162-3E5813E9C1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252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6">
            <a:extLst>
              <a:ext uri="{FF2B5EF4-FFF2-40B4-BE49-F238E27FC236}">
                <a16:creationId xmlns:a16="http://schemas.microsoft.com/office/drawing/2014/main" id="{F619AC0B-D093-4B29-BED5-E396B58FD1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32" y="0"/>
            <a:ext cx="12196559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图片 1">
            <a:extLst>
              <a:ext uri="{FF2B5EF4-FFF2-40B4-BE49-F238E27FC236}">
                <a16:creationId xmlns:a16="http://schemas.microsoft.com/office/drawing/2014/main" id="{EC130C9D-3B92-4E92-AF34-4C37ACD515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36557" y="5640180"/>
            <a:ext cx="1531908" cy="56530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矩形 25">
            <a:extLst>
              <a:ext uri="{FF2B5EF4-FFF2-40B4-BE49-F238E27FC236}">
                <a16:creationId xmlns:a16="http://schemas.microsoft.com/office/drawing/2014/main" id="{36BA4FD9-4EAF-40CB-91E3-48F885239803}"/>
              </a:ext>
            </a:extLst>
          </p:cNvPr>
          <p:cNvSpPr/>
          <p:nvPr userDrawn="1"/>
        </p:nvSpPr>
        <p:spPr>
          <a:xfrm>
            <a:off x="4734893" y="6205486"/>
            <a:ext cx="2735236" cy="338554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algn="ctr"/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实力</a:t>
            </a:r>
            <a:r>
              <a:rPr lang="en-US" altLang="zh-CN" sz="1600" b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IT</a:t>
            </a:r>
            <a:r>
              <a:rPr lang="zh-CN" altLang="en-US" sz="1600" b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教育 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www.520it.com</a:t>
            </a:r>
            <a:endParaRPr lang="zh-CN" altLang="en-US" sz="1600" b="0" dirty="0"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E772C4B5-AB4E-43B0-B717-25071084F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54114"/>
            <a:ext cx="12192000" cy="1011116"/>
          </a:xfrm>
        </p:spPr>
        <p:txBody>
          <a:bodyPr anchor="ctr">
            <a:normAutofit/>
          </a:bodyPr>
          <a:lstStyle>
            <a:lvl1pPr algn="ctr">
              <a:defRPr sz="7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副标题 2">
            <a:extLst>
              <a:ext uri="{FF2B5EF4-FFF2-40B4-BE49-F238E27FC236}">
                <a16:creationId xmlns:a16="http://schemas.microsoft.com/office/drawing/2014/main" id="{B401CC44-47BA-4904-A587-245165E74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2234" y="3417401"/>
            <a:ext cx="6327531" cy="43363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063225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5">
            <a:extLst>
              <a:ext uri="{FF2B5EF4-FFF2-40B4-BE49-F238E27FC236}">
                <a16:creationId xmlns:a16="http://schemas.microsoft.com/office/drawing/2014/main" id="{F612FBBA-ABAE-4812-AAB2-77CA48D541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1" y="-728"/>
            <a:ext cx="12200141" cy="68691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矩形 29">
            <a:extLst>
              <a:ext uri="{FF2B5EF4-FFF2-40B4-BE49-F238E27FC236}">
                <a16:creationId xmlns:a16="http://schemas.microsoft.com/office/drawing/2014/main" id="{89038A74-5A1B-45B4-AA7D-C9934D2FDABC}"/>
              </a:ext>
            </a:extLst>
          </p:cNvPr>
          <p:cNvSpPr/>
          <p:nvPr userDrawn="1"/>
        </p:nvSpPr>
        <p:spPr>
          <a:xfrm>
            <a:off x="-6349" y="1139584"/>
            <a:ext cx="12198349" cy="22225"/>
          </a:xfrm>
          <a:prstGeom prst="rect">
            <a:avLst/>
          </a:prstGeom>
          <a:solidFill>
            <a:srgbClr val="EAEAEA">
              <a:alpha val="32155"/>
            </a:srgbClr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en-US" sz="18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12" name="图片 1">
            <a:extLst>
              <a:ext uri="{FF2B5EF4-FFF2-40B4-BE49-F238E27FC236}">
                <a16:creationId xmlns:a16="http://schemas.microsoft.com/office/drawing/2014/main" id="{DB3FFE7C-0303-4D2A-9F24-474FCCD761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1839" y="399965"/>
            <a:ext cx="1531908" cy="56530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标题占位符 1">
            <a:extLst>
              <a:ext uri="{FF2B5EF4-FFF2-40B4-BE49-F238E27FC236}">
                <a16:creationId xmlns:a16="http://schemas.microsoft.com/office/drawing/2014/main" id="{F3C067B8-78E3-4D7C-B8BF-D55591977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4935" y="395532"/>
            <a:ext cx="10081824" cy="7121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kumimoji="1" lang="zh-CN" altLang="en-US"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E8B5E84D-8FAC-4FA6-9CA7-55579F675DF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1193" y="1238066"/>
            <a:ext cx="11866684" cy="5444088"/>
          </a:xfrm>
        </p:spPr>
        <p:txBody>
          <a:bodyPr>
            <a:normAutofit/>
          </a:bodyPr>
          <a:lstStyle>
            <a:lvl1pPr marL="228600" indent="-228600">
              <a:lnSpc>
                <a:spcPts val="2000"/>
              </a:lnSpc>
              <a:buFont typeface="Wingdings" panose="05000000000000000000" pitchFamily="2" charset="2"/>
              <a:buChar char="n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lnSpc>
                <a:spcPts val="2000"/>
              </a:lnSpc>
              <a:buFont typeface="Wingdings" panose="05000000000000000000" pitchFamily="2" charset="2"/>
              <a:buChar char="p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lnSpc>
                <a:spcPts val="2000"/>
              </a:lnSpc>
              <a:buFont typeface="Wingdings" panose="05000000000000000000" pitchFamily="2" charset="2"/>
              <a:buChar char="ü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lnSpc>
                <a:spcPts val="2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lnSpc>
                <a:spcPts val="2000"/>
              </a:lnSpc>
              <a:buFont typeface="Wingdings" panose="05000000000000000000" pitchFamily="2" charset="2"/>
              <a:buChar char="l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56342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D8E73B-0927-45CC-BC19-B5A752C4C781}" type="datetimeFigureOut">
              <a:rPr lang="zh-CN" altLang="en-US" smtClean="0"/>
              <a:t>2019/1/2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811428-941F-4F39-9F0C-B1B29E093D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51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5D2A8A-4D20-46E7-AB5F-6F0B875B77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设计模式与架构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8E18B87-7327-4283-B60A-4EF5B1BB4F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/>
              <a:t>@M</a:t>
            </a:r>
            <a:r>
              <a:rPr lang="zh-CN" altLang="en-US"/>
              <a:t>了个</a:t>
            </a:r>
            <a:r>
              <a:rPr lang="en-US" altLang="zh-CN"/>
              <a:t>J</a:t>
            </a:r>
            <a:endParaRPr lang="zh-CN" altLang="en-US"/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F8E18B87-7327-4283-B60A-4EF5B1BB4F6D}"/>
              </a:ext>
            </a:extLst>
          </p:cNvPr>
          <p:cNvSpPr txBox="1">
            <a:spLocks/>
          </p:cNvSpPr>
          <p:nvPr/>
        </p:nvSpPr>
        <p:spPr>
          <a:xfrm>
            <a:off x="2932234" y="4016115"/>
            <a:ext cx="6327531" cy="433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b="0"/>
              <a:t>https://github.com/CoderMJLee</a:t>
            </a:r>
          </a:p>
        </p:txBody>
      </p:sp>
    </p:spTree>
    <p:extLst>
      <p:ext uri="{BB962C8B-B14F-4D97-AF65-F5344CB8AC3E}">
        <p14:creationId xmlns:p14="http://schemas.microsoft.com/office/powerpoint/2010/main" val="453187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面试题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43592" y="1203432"/>
            <a:ext cx="11501313" cy="50904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讲讲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MVC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MVVM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MVP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，以及你在项目里具体是怎么写的？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你自己用过哪些设计模式？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一般开始做一个项目，你的架构是如何思考的？</a:t>
            </a:r>
          </a:p>
        </p:txBody>
      </p:sp>
    </p:spTree>
    <p:extLst>
      <p:ext uri="{BB962C8B-B14F-4D97-AF65-F5344CB8AC3E}">
        <p14:creationId xmlns:p14="http://schemas.microsoft.com/office/powerpoint/2010/main" val="1750241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何为架构？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31717" y="1227182"/>
            <a:ext cx="11501313" cy="52448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架构（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Architecture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软件开发中的设计方案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类与类之间的关系、模块与模块之间的关系、客户端与服务端的关系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经常听到的架构名词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MVC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MVP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MVVM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VIPER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CDD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三层架构、四层架构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......</a:t>
            </a:r>
          </a:p>
        </p:txBody>
      </p:sp>
    </p:spTree>
    <p:extLst>
      <p:ext uri="{BB962C8B-B14F-4D97-AF65-F5344CB8AC3E}">
        <p14:creationId xmlns:p14="http://schemas.microsoft.com/office/powerpoint/2010/main" val="111477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MVC</a:t>
            </a:r>
            <a:r>
              <a:rPr lang="zh-CN" altLang="en-US"/>
              <a:t> </a:t>
            </a:r>
            <a:r>
              <a:rPr lang="en-US" altLang="zh-CN"/>
              <a:t>-</a:t>
            </a:r>
            <a:r>
              <a:rPr lang="zh-CN" altLang="en-US"/>
              <a:t> </a:t>
            </a:r>
            <a:r>
              <a:rPr lang="en-US" altLang="zh-CN"/>
              <a:t>Apple</a:t>
            </a:r>
            <a:r>
              <a:rPr lang="zh-CN" altLang="en-US"/>
              <a:t>版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4256907" y="5189580"/>
            <a:ext cx="3147753" cy="44723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ts val="2200"/>
              </a:lnSpc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Model-View-Controller</a:t>
            </a:r>
          </a:p>
        </p:txBody>
      </p:sp>
      <p:sp>
        <p:nvSpPr>
          <p:cNvPr id="15" name="矩形 14"/>
          <p:cNvSpPr/>
          <p:nvPr/>
        </p:nvSpPr>
        <p:spPr>
          <a:xfrm>
            <a:off x="5035136" y="3328459"/>
            <a:ext cx="1591293" cy="74814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Controller</a:t>
            </a:r>
            <a:endParaRPr kumimoji="1"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8009906" y="3336965"/>
            <a:ext cx="1591293" cy="74814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View</a:t>
            </a:r>
          </a:p>
        </p:txBody>
      </p:sp>
      <p:sp>
        <p:nvSpPr>
          <p:cNvPr id="18" name="矩形 17"/>
          <p:cNvSpPr/>
          <p:nvPr/>
        </p:nvSpPr>
        <p:spPr>
          <a:xfrm>
            <a:off x="2051468" y="3336965"/>
            <a:ext cx="1591293" cy="74814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Model</a:t>
            </a:r>
            <a:endParaRPr kumimoji="1" lang="zh-CN" altLang="en-US"/>
          </a:p>
        </p:txBody>
      </p:sp>
      <p:cxnSp>
        <p:nvCxnSpPr>
          <p:cNvPr id="19" name="直线箭头连接符 18"/>
          <p:cNvCxnSpPr/>
          <p:nvPr/>
        </p:nvCxnSpPr>
        <p:spPr>
          <a:xfrm>
            <a:off x="6620493" y="3580410"/>
            <a:ext cx="138941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/>
          <p:cNvCxnSpPr/>
          <p:nvPr/>
        </p:nvCxnSpPr>
        <p:spPr>
          <a:xfrm flipH="1">
            <a:off x="3642761" y="3580410"/>
            <a:ext cx="138643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/>
          <p:cNvCxnSpPr/>
          <p:nvPr/>
        </p:nvCxnSpPr>
        <p:spPr>
          <a:xfrm flipH="1">
            <a:off x="6620494" y="3850174"/>
            <a:ext cx="1389412" cy="17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/>
          <p:cNvCxnSpPr/>
          <p:nvPr/>
        </p:nvCxnSpPr>
        <p:spPr>
          <a:xfrm>
            <a:off x="3642761" y="3850174"/>
            <a:ext cx="138347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4256907" y="5850112"/>
            <a:ext cx="4982096" cy="59818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lnSpc>
                <a:spcPts val="2200"/>
              </a:lnSpc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优点：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View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Model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可以重复利用，可以独立使用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200"/>
              </a:lnSpc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缺点：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Controller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的代码过于臃肿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473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15" grpId="0" animBg="1"/>
      <p:bldP spid="16" grpId="0" animBg="1"/>
      <p:bldP spid="18" grpId="0" animBg="1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MVC</a:t>
            </a:r>
            <a:r>
              <a:rPr lang="zh-CN" altLang="en-US"/>
              <a:t> </a:t>
            </a:r>
            <a:r>
              <a:rPr lang="mr-IN" altLang="zh-CN"/>
              <a:t>–</a:t>
            </a:r>
            <a:r>
              <a:rPr lang="zh-CN" altLang="en-US"/>
              <a:t> 变种</a:t>
            </a:r>
          </a:p>
        </p:txBody>
      </p:sp>
      <p:sp>
        <p:nvSpPr>
          <p:cNvPr id="2" name="矩形 1"/>
          <p:cNvSpPr/>
          <p:nvPr/>
        </p:nvSpPr>
        <p:spPr>
          <a:xfrm>
            <a:off x="2790702" y="2149433"/>
            <a:ext cx="1591293" cy="74814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Controller</a:t>
            </a:r>
            <a:endParaRPr kumimoji="1"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160820" y="2149433"/>
            <a:ext cx="1591293" cy="74814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View</a:t>
            </a:r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035138" y="3893126"/>
            <a:ext cx="1591293" cy="74814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Model</a:t>
            </a:r>
            <a:endParaRPr kumimoji="1" lang="zh-CN" altLang="en-US"/>
          </a:p>
        </p:txBody>
      </p:sp>
      <p:cxnSp>
        <p:nvCxnSpPr>
          <p:cNvPr id="7" name="直线箭头连接符 6"/>
          <p:cNvCxnSpPr>
            <a:stCxn id="2" idx="3"/>
            <a:endCxn id="5" idx="1"/>
          </p:cNvCxnSpPr>
          <p:nvPr/>
        </p:nvCxnSpPr>
        <p:spPr>
          <a:xfrm>
            <a:off x="4381995" y="2523506"/>
            <a:ext cx="277882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箭头连接符 8"/>
          <p:cNvCxnSpPr>
            <a:stCxn id="2" idx="2"/>
            <a:endCxn id="6" idx="1"/>
          </p:cNvCxnSpPr>
          <p:nvPr/>
        </p:nvCxnSpPr>
        <p:spPr>
          <a:xfrm>
            <a:off x="3586349" y="2897579"/>
            <a:ext cx="1448789" cy="13696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/>
          <p:cNvCxnSpPr/>
          <p:nvPr/>
        </p:nvCxnSpPr>
        <p:spPr>
          <a:xfrm flipH="1">
            <a:off x="4381995" y="2704110"/>
            <a:ext cx="2778825" cy="17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/>
          <p:cNvCxnSpPr>
            <a:stCxn id="5" idx="2"/>
            <a:endCxn id="6" idx="3"/>
          </p:cNvCxnSpPr>
          <p:nvPr/>
        </p:nvCxnSpPr>
        <p:spPr>
          <a:xfrm flipH="1">
            <a:off x="6626431" y="2897579"/>
            <a:ext cx="1330036" cy="13696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4256907" y="5189580"/>
            <a:ext cx="3147753" cy="44723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ts val="2200"/>
              </a:lnSpc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Model-View-Controller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2146266" y="5886032"/>
            <a:ext cx="8960329" cy="59818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lnSpc>
                <a:spcPts val="2200"/>
              </a:lnSpc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优点：对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Controller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进行瘦身，将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View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内部的细节封装起来了，外界不知道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View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内部的具体实现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200"/>
              </a:lnSpc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缺点：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View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依赖于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Model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CCB4DC-17FC-674B-A2DA-51EC40EEE021}"/>
              </a:ext>
            </a:extLst>
          </p:cNvPr>
          <p:cNvSpPr txBox="1"/>
          <p:nvPr/>
        </p:nvSpPr>
        <p:spPr>
          <a:xfrm>
            <a:off x="7310135" y="358238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拥有</a:t>
            </a:r>
          </a:p>
        </p:txBody>
      </p:sp>
    </p:spTree>
    <p:extLst>
      <p:ext uri="{BB962C8B-B14F-4D97-AF65-F5344CB8AC3E}">
        <p14:creationId xmlns:p14="http://schemas.microsoft.com/office/powerpoint/2010/main" val="350224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MVP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256907" y="5189580"/>
            <a:ext cx="3147753" cy="44723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ts val="2200"/>
              </a:lnSpc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Model-View-Presenter</a:t>
            </a:r>
          </a:p>
        </p:txBody>
      </p:sp>
      <p:sp>
        <p:nvSpPr>
          <p:cNvPr id="6" name="矩形 5"/>
          <p:cNvSpPr/>
          <p:nvPr/>
        </p:nvSpPr>
        <p:spPr>
          <a:xfrm>
            <a:off x="5035136" y="3328459"/>
            <a:ext cx="1591293" cy="74814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Presenter</a:t>
            </a:r>
            <a:endParaRPr kumimoji="1"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009906" y="3336965"/>
            <a:ext cx="1591293" cy="74814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View</a:t>
            </a:r>
            <a:endParaRPr kumimoji="1"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051468" y="3336965"/>
            <a:ext cx="1591293" cy="74814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Model</a:t>
            </a:r>
            <a:endParaRPr kumimoji="1" lang="zh-CN" altLang="en-US"/>
          </a:p>
        </p:txBody>
      </p:sp>
      <p:cxnSp>
        <p:nvCxnSpPr>
          <p:cNvPr id="9" name="直线箭头连接符 8"/>
          <p:cNvCxnSpPr/>
          <p:nvPr/>
        </p:nvCxnSpPr>
        <p:spPr>
          <a:xfrm>
            <a:off x="6620493" y="3580410"/>
            <a:ext cx="138941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箭头连接符 9"/>
          <p:cNvCxnSpPr/>
          <p:nvPr/>
        </p:nvCxnSpPr>
        <p:spPr>
          <a:xfrm flipH="1">
            <a:off x="3642761" y="3580410"/>
            <a:ext cx="138643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/>
          <p:cNvCxnSpPr/>
          <p:nvPr/>
        </p:nvCxnSpPr>
        <p:spPr>
          <a:xfrm flipH="1">
            <a:off x="6620494" y="3850174"/>
            <a:ext cx="1389412" cy="17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/>
          <p:cNvCxnSpPr/>
          <p:nvPr/>
        </p:nvCxnSpPr>
        <p:spPr>
          <a:xfrm>
            <a:off x="3642761" y="3850174"/>
            <a:ext cx="138347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5109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MVVM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898571" y="3227150"/>
            <a:ext cx="1591293" cy="74814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ViewModel</a:t>
            </a:r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217724" y="3227150"/>
            <a:ext cx="1591293" cy="74814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View</a:t>
            </a:r>
            <a:endParaRPr kumimoji="1"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579419" y="3228108"/>
            <a:ext cx="1591293" cy="74814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Model</a:t>
            </a:r>
            <a:endParaRPr kumimoji="1" lang="zh-CN" altLang="en-US"/>
          </a:p>
        </p:txBody>
      </p:sp>
      <p:cxnSp>
        <p:nvCxnSpPr>
          <p:cNvPr id="8" name="直线箭头连接符 7"/>
          <p:cNvCxnSpPr/>
          <p:nvPr/>
        </p:nvCxnSpPr>
        <p:spPr>
          <a:xfrm>
            <a:off x="3170712" y="3473531"/>
            <a:ext cx="1727859" cy="59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256907" y="5189580"/>
            <a:ext cx="3147753" cy="44723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ts val="2200"/>
              </a:lnSpc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Model-View-ViewModel</a:t>
            </a:r>
          </a:p>
        </p:txBody>
      </p:sp>
      <p:cxnSp>
        <p:nvCxnSpPr>
          <p:cNvPr id="15" name="直线箭头连接符 14"/>
          <p:cNvCxnSpPr/>
          <p:nvPr/>
        </p:nvCxnSpPr>
        <p:spPr>
          <a:xfrm flipH="1">
            <a:off x="3170712" y="3724893"/>
            <a:ext cx="172785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/>
          <p:cNvCxnSpPr/>
          <p:nvPr/>
        </p:nvCxnSpPr>
        <p:spPr>
          <a:xfrm>
            <a:off x="6489864" y="3473531"/>
            <a:ext cx="1727859" cy="59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/>
          <p:cNvCxnSpPr/>
          <p:nvPr/>
        </p:nvCxnSpPr>
        <p:spPr>
          <a:xfrm flipH="1">
            <a:off x="6489864" y="3730830"/>
            <a:ext cx="172785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1091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363191" y="1543792"/>
            <a:ext cx="1971304" cy="8312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/>
              <a:t>界面层</a:t>
            </a:r>
            <a:endParaRPr kumimoji="1" lang="en-US" altLang="zh-CN"/>
          </a:p>
          <a:p>
            <a:pPr algn="ctr"/>
            <a:r>
              <a:rPr kumimoji="1" lang="en-US" altLang="zh-CN"/>
              <a:t>MVC</a:t>
            </a:r>
            <a:r>
              <a:rPr kumimoji="1" lang="zh-CN" altLang="en-US"/>
              <a:t>、</a:t>
            </a:r>
            <a:r>
              <a:rPr kumimoji="1" lang="en-US" altLang="zh-CN"/>
              <a:t>MVP</a:t>
            </a:r>
            <a:r>
              <a:rPr kumimoji="1" lang="zh-CN" altLang="en-US"/>
              <a:t>、</a:t>
            </a:r>
            <a:r>
              <a:rPr kumimoji="1" lang="en-US" altLang="zh-CN"/>
              <a:t>MVVM</a:t>
            </a:r>
            <a:endParaRPr kumimoji="1"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363191" y="2964872"/>
            <a:ext cx="1971304" cy="8312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/>
              <a:t>业务层</a:t>
            </a:r>
          </a:p>
        </p:txBody>
      </p:sp>
      <p:sp>
        <p:nvSpPr>
          <p:cNvPr id="6" name="矩形 5"/>
          <p:cNvSpPr/>
          <p:nvPr/>
        </p:nvSpPr>
        <p:spPr>
          <a:xfrm>
            <a:off x="2363191" y="4413663"/>
            <a:ext cx="1971304" cy="8312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/>
              <a:t>网络层</a:t>
            </a:r>
            <a:endParaRPr kumimoji="1" lang="en-US" altLang="zh-CN"/>
          </a:p>
        </p:txBody>
      </p:sp>
      <p:cxnSp>
        <p:nvCxnSpPr>
          <p:cNvPr id="8" name="直线箭头连接符 7"/>
          <p:cNvCxnSpPr>
            <a:stCxn id="4" idx="2"/>
            <a:endCxn id="5" idx="0"/>
          </p:cNvCxnSpPr>
          <p:nvPr/>
        </p:nvCxnSpPr>
        <p:spPr>
          <a:xfrm>
            <a:off x="3348843" y="2375065"/>
            <a:ext cx="0" cy="5898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箭头连接符 8"/>
          <p:cNvCxnSpPr>
            <a:stCxn id="5" idx="2"/>
            <a:endCxn id="6" idx="0"/>
          </p:cNvCxnSpPr>
          <p:nvPr/>
        </p:nvCxnSpPr>
        <p:spPr>
          <a:xfrm>
            <a:off x="3348843" y="3796145"/>
            <a:ext cx="0" cy="61751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8027719" y="212568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新闻页面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890654" y="1774762"/>
            <a:ext cx="2739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新闻列表界面、</a:t>
            </a:r>
            <a:r>
              <a:rPr kumimoji="1" lang="en-US" altLang="zh-CN"/>
              <a:t>tableView</a:t>
            </a:r>
            <a:endParaRPr kumimoji="1"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890654" y="319584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加载新闻数据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890654" y="4644633"/>
            <a:ext cx="248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通过网络、本地数据库</a:t>
            </a:r>
          </a:p>
        </p:txBody>
      </p:sp>
      <p:sp>
        <p:nvSpPr>
          <p:cNvPr id="17" name="矩形 16"/>
          <p:cNvSpPr/>
          <p:nvPr/>
        </p:nvSpPr>
        <p:spPr>
          <a:xfrm>
            <a:off x="2363191" y="5575466"/>
            <a:ext cx="1971304" cy="8312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/>
              <a:t>本地数据层</a:t>
            </a:r>
            <a:endParaRPr kumimoji="1" lang="en-US" altLang="zh-CN"/>
          </a:p>
        </p:txBody>
      </p:sp>
      <p:cxnSp>
        <p:nvCxnSpPr>
          <p:cNvPr id="18" name="直线箭头连接符 17"/>
          <p:cNvCxnSpPr>
            <a:stCxn id="6" idx="2"/>
            <a:endCxn id="17" idx="0"/>
          </p:cNvCxnSpPr>
          <p:nvPr/>
        </p:nvCxnSpPr>
        <p:spPr>
          <a:xfrm>
            <a:off x="3348843" y="5244936"/>
            <a:ext cx="0" cy="3305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9817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设计模式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31717" y="1227182"/>
            <a:ext cx="11501313" cy="424734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设计模式（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Design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Pattern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是一套被反复使用、代码设计经验的总结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使用设计模式的好处是：可重用代码、让代码更容易被他人理解、保证代码可靠性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一般与编程语言无关，是一套比较成熟的编程思想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设计模式可以分为三大类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创建型模式：对象实例化的模式，用于解耦对象的实例化过程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ü"/>
            </a:pPr>
            <a:r>
              <a:rPr lang="zh-CN" altLang="en-US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单例模式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、工厂方法模式，等等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结构型模式：把类或对象结合在一起形成一个更大的结构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ü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代理模式、适配器模式、组合模式、装饰模式，等等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行为型模式：类或对象之间如何交互，及划分责任和算法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ü"/>
            </a:pPr>
            <a:r>
              <a:rPr lang="zh-CN" altLang="en-US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观察者模式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、命令模式、责任链模式，等等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899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7-Seemygo.potx" id="{3322639B-F8FE-4D8E-B95A-689F35BC92D4}" vid="{7BDECA8C-96EE-4475-8611-81F66AB506B9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00-学前须知</Template>
  <TotalTime>22109</TotalTime>
  <Words>364</Words>
  <Application>Microsoft Macintosh PowerPoint</Application>
  <PresentationFormat>宽屏</PresentationFormat>
  <Paragraphs>67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等线</vt:lpstr>
      <vt:lpstr>宋体</vt:lpstr>
      <vt:lpstr>微软雅黑</vt:lpstr>
      <vt:lpstr>Arial</vt:lpstr>
      <vt:lpstr>Calibri</vt:lpstr>
      <vt:lpstr>Calibri Light</vt:lpstr>
      <vt:lpstr>Wingdings</vt:lpstr>
      <vt:lpstr>Office 主题</vt:lpstr>
      <vt:lpstr>设计模式与架构</vt:lpstr>
      <vt:lpstr>面试题</vt:lpstr>
      <vt:lpstr>何为架构？</vt:lpstr>
      <vt:lpstr>MVC - Apple版</vt:lpstr>
      <vt:lpstr>MVC – 变种</vt:lpstr>
      <vt:lpstr>MVP</vt:lpstr>
      <vt:lpstr>MVVM</vt:lpstr>
      <vt:lpstr>PowerPoint 演示文稿</vt:lpstr>
      <vt:lpstr>设计模式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李明杰</dc:creator>
  <cp:lastModifiedBy>翁恒丛</cp:lastModifiedBy>
  <cp:revision>764</cp:revision>
  <dcterms:created xsi:type="dcterms:W3CDTF">2017-11-23T13:35:11Z</dcterms:created>
  <dcterms:modified xsi:type="dcterms:W3CDTF">2019-01-02T09:11:58Z</dcterms:modified>
</cp:coreProperties>
</file>